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6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ZEUS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 Decisión 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Privado de Entrega para Polar y Canales de Venta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COMPLETADO Y MERGEADO | 11-OCT-2026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General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280160"/>
          </a:xfrm>
          <a:prstGeom prst="roundRect">
            <a:avLst/>
          </a:prstGeom>
          <a:solidFill>
            <a:srgbClr val="00B050">
              <a:alpha val="15000"/>
            </a:srgbClr>
          </a:solidFill>
          <a:ln w="25400">
            <a:solidFill>
              <a:srgbClr val="00B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Status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20240" cy="1280160"/>
          </a:xfrm>
          <a:prstGeom prst="roundRect">
            <a:avLst/>
          </a:prstGeom>
          <a:solidFill>
            <a:srgbClr val="00B050">
              <a:alpha val="15000"/>
            </a:srgbClr>
          </a:solidFill>
          <a:ln w="25400">
            <a:solidFill>
              <a:srgbClr val="00B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 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1280160"/>
          </a:xfrm>
          <a:prstGeom prst="roundRect">
            <a:avLst/>
          </a:prstGeom>
          <a:solidFill>
            <a:srgbClr val="00B050">
              <a:alpha val="15000"/>
            </a:srgbClr>
          </a:solidFill>
          <a:ln w="25400">
            <a:solidFill>
              <a:srgbClr val="00B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PROD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1097280"/>
            <a:ext cx="1920240" cy="1280160"/>
          </a:xfrm>
          <a:prstGeom prst="roundRect">
            <a:avLst/>
          </a:prstGeom>
          <a:solidFill>
            <a:srgbClr val="00B050">
              <a:alpha val="15000"/>
            </a:srgbClr>
          </a:solidFill>
          <a:ln w="25400">
            <a:solidFill>
              <a:srgbClr val="00B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13 ejecutada exitosamente. PR #28 mergeado tras 16 días de monitoreo automático.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Implementados: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venta/publicar_entrega.py: Generador de árbol de entrega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venta/POLAR-CONFIGURACION.md: Documentación de setup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catalogo/DECISIONES.md: Decisión 13 documentada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zeus-entrega: Repositorio privado con acceso revocable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de Ejecución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16-SEP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37360" y="1097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13 aprobada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17-SEP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zeus-entrega creado + poblado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17-SEP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#28 creado | Polar sandbox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25-SEP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880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automático (2 main movements)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11-OCT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474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#28 Ready for Review → MERGEADO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3474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Técnica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productos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297 ficheros skill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56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 factory files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037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Reusa validación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--push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app único en zeus-entrega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099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Benefit: acceso repo (read)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956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Test: compra/reembolso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2037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→ Producción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revocable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catalogo/DECISIONES.md | • venta/LISTA-DE-VENTA.md | • venta/PLAN-DE-TRABAJO.md | • README.md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Automático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oundRect">
            <a:avLst/>
          </a:prstGeom>
          <a:solidFill>
            <a:srgbClr val="0066CC">
              <a:alpha val="8000"/>
            </a:srgbClr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Horario (25-SEP a 11-OCT): Detectó 2 main movements | Regeneró entrega (15 prod, 297 skills) | CI: 3/3 verde siempre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1. Detección main | 2. Mergeo | 3. Regeneración | 4. Validación | 5. CI checks | 6. Push | 7. Siguiente check +60min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Pendientes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73152" cy="1645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Instalar GitHub app en zeus-entrega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Crear benefit de acceso repo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81965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Crear producto 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06654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Compra y reembolso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3134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 revocación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73152" cy="1234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Repetir todos los pasos en polar.sh (producción)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2644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Usar Stripe + datos fiscales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51129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Validar flujo end-to-end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Logrados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por acceso repo vs zip → Mejor control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integrada: acceso automático + revocable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751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otros canales sin replicación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zeus-entrega privado (solo invitados)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limpio: 0 factory files en entrega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asumido: Acceso repo concede visibilidad de todas 15 skills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Decisión 13: COMPLETADA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PR #28: MERGEADO en main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Sistema: LISTO para PRODUCCIÓN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Próximos: Validar sandbox (1-2 días) → Producción → Expandir otros canales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Sergio | Timeline: 1-2 semanas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2026-10-14T22:14:14Z</dcterms:created>
  <dcterms:modified xsi:type="dcterms:W3CDTF">2026-10-14T22:14:14Z</dcterms:modified>
</cp:coreProperties>
</file>