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4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OCTAVA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 &amp; Plan de Acción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de Octubre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4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Estamos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3474720"/>
          </a:xfrm>
          <a:prstGeom prst="roundRect">
            <a:avLst>
              <a:gd name="adj" fmla="val 7143"/>
            </a:avLst>
          </a:prstGeom>
          <a:solidFill>
            <a:srgbClr val="F0F0F0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2194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17 skills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G3/G5 validados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Gumroad abierto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Materiales listos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560320" cy="3474720"/>
          </a:xfrm>
          <a:prstGeom prst="roundRect">
            <a:avLst>
              <a:gd name="adj" fmla="val 7143"/>
            </a:avLst>
          </a:prstGeom>
          <a:solidFill>
            <a:srgbClr val="F0F0F0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280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TRÁFICO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0" y="1737360"/>
            <a:ext cx="2194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Campaña CDMX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(28 correos)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42 diagnósticos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redactados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Marketplace sin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(27d)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2560320" cy="3474720"/>
          </a:xfrm>
          <a:prstGeom prst="roundRect">
            <a:avLst>
              <a:gd name="adj" fmla="val 7143"/>
            </a:avLst>
          </a:prstGeom>
          <a:solidFill>
            <a:srgbClr val="F0F0F0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280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1737360"/>
            <a:ext cx="2194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Twitter (no hecho)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Product Hunt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Reddit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LinkedIn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Discord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4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Aplicamos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743200" cy="109728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HOSTELERÍA CDMX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€2.500–€4.900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Dueños de restaurantes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Exprés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743200" cy="1097280"/>
          </a:xfrm>
          <a:prstGeom prst="rect">
            <a:avLst/>
          </a:prstGeom>
          <a:solidFill>
            <a:srgbClr val="33CC99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234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PRODUCTIVIDAD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160" y="1600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€49–€249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0" y="210312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DJs, productores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sueltos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097280"/>
            <a:ext cx="2743200" cy="10972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234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1600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210312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 Claude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4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Han Dicho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 (27 días, sin respuesta)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myClaude: consulta sobre VAT, payouts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SkillHQ: consulta sobre VAT, payouts, precio máximo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Claude Marketplace: proceso de listado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PROSPECTOS PIPELINE (CDMX)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respuesta (Grupo Hunan): "canal agotado por proceso interno"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23 sin respuesta (20 entregados, 8 rebotados)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4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Hemos Logrado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MATERIALES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17 skills validados (G3/G5)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16 zips (empaquetador automático)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30 portadas (1280×720 + 600×600)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Landing Diagnóstico Exprés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Descripciones Gumroad (15 productos)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Ofertas Hostelería (Esencial/Completa)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Guión Visita (45 min)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Calendarios, anexos, mensajes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CANALES-DISTRIBUCION.md (9 canales)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Borradores redes sociales (no enviados)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4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Está Pendiente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383280"/>
          </a:xfrm>
          <a:prstGeom prst="rect">
            <a:avLst/>
          </a:prstGeom>
          <a:solidFill>
            <a:srgbClr val="F0F0F0"/>
          </a:solidFill>
          <a:ln w="25400">
            <a:solidFill>
              <a:srgbClr val="E319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1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 (Ingresos inmediatos)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Enviar 42 diagnósticos a restaurantes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Follow-up marketplaces (27d)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Ejecutar redes sociales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(Twitter, PH, Reddit, LinkedIn)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3383280"/>
          </a:xfrm>
          <a:prstGeom prst="rect">
            <a:avLst/>
          </a:prstGeom>
          <a:solidFill>
            <a:srgbClr val="F0F0F0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 (Conversión)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Primera visita hostelería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Caso probado (DJ + empresa)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Validación abogado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(anexo inocuidad)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4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Clave (KPIs)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Visitantes Gumroad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68880" y="15544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C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Diagnóstico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68880" y="2651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C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B2B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68880" y="3749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C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1188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Gumroad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554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66560" y="15544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C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€500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2286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B2B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651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66560" y="2651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C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€2.500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3383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responses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749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66560" y="3749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C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1/3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4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Acción Inmediata (31 Oct)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743200" cy="3291840"/>
          </a:xfrm>
          <a:prstGeom prst="rect">
            <a:avLst/>
          </a:prstGeom>
          <a:solidFill>
            <a:srgbClr val="F0F0F0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 (18-22 Oct)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Enviar 10 diagnósticos (batch 1)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Twitter hilo (6 tweets)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Product Hunt (target 50+ upvotes)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83280" y="1005840"/>
            <a:ext cx="2743200" cy="3291840"/>
          </a:xfrm>
          <a:prstGeom prst="rect">
            <a:avLst/>
          </a:prstGeom>
          <a:solidFill>
            <a:srgbClr val="F0F0F0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188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 (23-27 Oct)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164592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Reddit ×3 comunidades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LinkedIn post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Discord Anthropic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09360" y="1005840"/>
            <a:ext cx="2743200" cy="3291840"/>
          </a:xfrm>
          <a:prstGeom prst="rect">
            <a:avLst/>
          </a:prstGeom>
          <a:solidFill>
            <a:srgbClr val="F0F0F0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188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3-4 (28-31 Oct)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164592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Follow-up marketplaces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Primera visita hostelería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Responder leads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34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 (31 Oct)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agendados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0" y="1371600"/>
            <a:ext cx="1828800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16459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100–300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743200" y="246888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Gumroad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1828800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6459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846320" y="246888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1371600"/>
            <a:ext cx="1828800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0" y="16459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949440" y="246888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B2B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evaluación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34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Beneficio Posible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371600" y="246888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inmediata de 3 canales críticos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(diagnósticos, Twitter, Product Hunt)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3–5 leads cualificados + tráfico inicial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Validación de mercado antes de 31 Oct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OCTAVA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2026-10-14T22:13:57Z</dcterms:created>
  <dcterms:modified xsi:type="dcterms:W3CDTF">2026-10-14T22:13:57Z</dcterms:modified>
</cp:coreProperties>
</file>